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55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liconLabs/wiseconnect/tree/master/examples/si91x_soc/siwx917_dev_kit" TargetMode="External"/><Relationship Id="rId7" Type="http://schemas.openxmlformats.org/officeDocument/2006/relationships/hyperlink" Target="https://www.silabs.com/developers/simplicity-connect-mobile-app?tab=download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ilabs.com/developers/simplicity-studio" TargetMode="External"/><Relationship Id="rId5" Type="http://schemas.openxmlformats.org/officeDocument/2006/relationships/hyperlink" Target="https://www.ti.com/lit/ds/symlink/tas2110.pdf?ts=1766407887314&amp;ref_url=https%253A%252F%252Fwww.ti.com%252Fproduct%252FTAS2110%253Futm_source%253Dgoogle%2526utm_medium%253Dcpc%2526utm_campaign%253Dasc-null-null-44700045336317125_prodfolderdynamic-cpc-pf-google-ww_en_int%2526utm_content%253Dprodfolddynamic%2526ds_k%253DDYNAMIC+SEARCH+ADS%2526DCM%253Dyes%2526gclsrc%253Daw.ds%2526gad_source%253D1%2526gad_campaignid%253D6465330681%2526gbraid%253D0AAAAAC068F1i7oHmy4Pl77BV2TRnkt1tA%2526gclid%253DCjwKCAiA9aPKBhBhEiwAyz82Jzx2V8D50v8OuwdrNV98RL5421mOrfVASkSbKmdtuGJcKduuthiIJhoCKdoQAvD_BwE" TargetMode="External"/><Relationship Id="rId4" Type="http://schemas.openxmlformats.org/officeDocument/2006/relationships/hyperlink" Target="https://www.we-online.com/en/components/products/WL-ICLED#/articles/WL_ICLED_CHIP_LED_20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3C7BB-DB89-8FE9-D5BD-F7A4390E4E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LED </a:t>
            </a:r>
            <a:r>
              <a:rPr lang="es-ES" dirty="0"/>
              <a:t>&amp; audio </a:t>
            </a:r>
            <a:br>
              <a:rPr lang="es-ES" dirty="0"/>
            </a:br>
            <a:r>
              <a:rPr lang="es-ES" dirty="0" err="1"/>
              <a:t>prototype</a:t>
            </a:r>
            <a:r>
              <a:rPr lang="es-ES" dirty="0"/>
              <a:t> - V1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73BCC7-F5F6-4DD8-A070-989E2F9D42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HW and FW </a:t>
            </a:r>
            <a:r>
              <a:rPr lang="es-ES" dirty="0" err="1">
                <a:solidFill>
                  <a:schemeClr val="bg2">
                    <a:lumMod val="50000"/>
                  </a:schemeClr>
                </a:solidFill>
              </a:rPr>
              <a:t>Definitions</a:t>
            </a:r>
            <a:endParaRPr lang="es-ES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FEB 2026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881C2353-D529-9864-6C84-422CE8B48595}"/>
              </a:ext>
            </a:extLst>
          </p:cNvPr>
          <p:cNvSpPr txBox="1">
            <a:spLocks/>
          </p:cNvSpPr>
          <p:nvPr/>
        </p:nvSpPr>
        <p:spPr>
          <a:xfrm>
            <a:off x="8685212" y="5511368"/>
            <a:ext cx="4369462" cy="11096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s-ES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s-ES">
                <a:solidFill>
                  <a:schemeClr val="bg2">
                    <a:lumMod val="50000"/>
                  </a:schemeClr>
                </a:solidFill>
              </a:rPr>
              <a:t>OSA </a:t>
            </a:r>
            <a:r>
              <a:rPr lang="es-ES" dirty="0">
                <a:solidFill>
                  <a:schemeClr val="bg2">
                    <a:lumMod val="50000"/>
                  </a:schemeClr>
                </a:solidFill>
              </a:rPr>
              <a:t>Electronics Co., Ltd.</a:t>
            </a:r>
          </a:p>
        </p:txBody>
      </p:sp>
    </p:spTree>
    <p:extLst>
      <p:ext uri="{BB962C8B-B14F-4D97-AF65-F5344CB8AC3E}">
        <p14:creationId xmlns:p14="http://schemas.microsoft.com/office/powerpoint/2010/main" val="357584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2CFF3BE-3ADE-BFCA-B5E1-1A6B404141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lum bright="70000" contrast="-70000"/>
          </a:blip>
          <a:stretch>
            <a:fillRect/>
          </a:stretch>
        </p:blipFill>
        <p:spPr>
          <a:xfrm rot="19308389">
            <a:off x="6170613" y="381000"/>
            <a:ext cx="6096000" cy="60960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9DA8D3-C789-CC29-D0A3-F5CABB92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307026"/>
            <a:ext cx="8534400" cy="840980"/>
          </a:xfrm>
          <a:noFill/>
        </p:spPr>
        <p:txBody>
          <a:bodyPr/>
          <a:lstStyle/>
          <a:p>
            <a:pPr marL="0" indent="0">
              <a:buNone/>
            </a:pPr>
            <a:r>
              <a:rPr lang="es-ES" dirty="0"/>
              <a:t>Definición del Hardware V1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6B2B44D-A572-B257-9E96-CA84D11F121C}"/>
              </a:ext>
            </a:extLst>
          </p:cNvPr>
          <p:cNvSpPr txBox="1"/>
          <p:nvPr/>
        </p:nvSpPr>
        <p:spPr>
          <a:xfrm>
            <a:off x="684212" y="1457131"/>
            <a:ext cx="63407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70C0"/>
                </a:solidFill>
              </a:rPr>
              <a:t>MCU </a:t>
            </a:r>
            <a:r>
              <a:rPr lang="es-ES" sz="1800" b="1" dirty="0">
                <a:solidFill>
                  <a:srgbClr val="0070C0"/>
                </a:solidFill>
              </a:rPr>
              <a:t>SILICON LABS SIWG917Y </a:t>
            </a:r>
            <a:r>
              <a:rPr lang="es-ES" sz="1800" dirty="0">
                <a:solidFill>
                  <a:srgbClr val="0070C0"/>
                </a:solidFill>
              </a:rPr>
              <a:t>– WIFI 6 + BLE 5.4 – 8MB INTERNAL FLASH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70C0"/>
                </a:solidFill>
              </a:rPr>
              <a:t>SPEAKER AMPLIFIER </a:t>
            </a:r>
            <a:r>
              <a:rPr lang="es-ES" sz="1800" b="1" dirty="0">
                <a:solidFill>
                  <a:srgbClr val="0070C0"/>
                </a:solidFill>
              </a:rPr>
              <a:t>TAS2110</a:t>
            </a:r>
            <a:r>
              <a:rPr lang="es-ES" sz="1800" dirty="0">
                <a:solidFill>
                  <a:srgbClr val="0070C0"/>
                </a:solidFill>
              </a:rPr>
              <a:t> 6.1W I2S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70C0"/>
                </a:solidFill>
              </a:rPr>
              <a:t>DIGITAL MEMS MICROPHONE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70C0"/>
                </a:solidFill>
              </a:rPr>
              <a:t>RGB LED RING WURTH ELEKTRONIK </a:t>
            </a:r>
            <a:r>
              <a:rPr lang="es-ES" sz="1800" b="1" dirty="0">
                <a:solidFill>
                  <a:srgbClr val="0070C0"/>
                </a:solidFill>
              </a:rPr>
              <a:t>WL-ICLED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70C0"/>
                </a:solidFill>
              </a:rPr>
              <a:t>2X 18650 BATTERIES + BMS</a:t>
            </a:r>
            <a:endParaRPr lang="es-ES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64A20E4-359F-2441-D35B-557DFDA5AECA}"/>
              </a:ext>
            </a:extLst>
          </p:cNvPr>
          <p:cNvCxnSpPr>
            <a:cxnSpLocks/>
          </p:cNvCxnSpPr>
          <p:nvPr/>
        </p:nvCxnSpPr>
        <p:spPr>
          <a:xfrm>
            <a:off x="754214" y="944713"/>
            <a:ext cx="10886031" cy="0"/>
          </a:xfrm>
          <a:prstGeom prst="line">
            <a:avLst/>
          </a:prstGeom>
          <a:ln>
            <a:solidFill>
              <a:schemeClr val="accent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800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C8A67F8-2EAD-3AB4-7595-CC98AC46BA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lum bright="70000" contrast="-70000"/>
          </a:blip>
          <a:stretch>
            <a:fillRect/>
          </a:stretch>
        </p:blipFill>
        <p:spPr>
          <a:xfrm rot="19308389">
            <a:off x="6170613" y="381000"/>
            <a:ext cx="6096000" cy="60960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9DA8D3-C789-CC29-D0A3-F5CABB92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307026"/>
            <a:ext cx="8534400" cy="840980"/>
          </a:xfrm>
          <a:noFill/>
          <a:effectLst>
            <a:glow>
              <a:schemeClr val="accent1">
                <a:alpha val="40000"/>
              </a:schemeClr>
            </a:glow>
          </a:effectLst>
        </p:spPr>
        <p:txBody>
          <a:bodyPr/>
          <a:lstStyle/>
          <a:p>
            <a:pPr marL="0" indent="0">
              <a:buNone/>
            </a:pPr>
            <a:r>
              <a:rPr lang="es-ES" dirty="0"/>
              <a:t>Definición del Hardware V1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16ECD2-5F76-BCEB-2267-722097B41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475" y="1031481"/>
            <a:ext cx="3525050" cy="5325772"/>
          </a:xfrm>
          <a:prstGeom prst="rect">
            <a:avLst/>
          </a:prstGeom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FA2EE5D-A53E-9A89-37E6-0FA9427096D2}"/>
              </a:ext>
            </a:extLst>
          </p:cNvPr>
          <p:cNvCxnSpPr>
            <a:cxnSpLocks/>
          </p:cNvCxnSpPr>
          <p:nvPr/>
        </p:nvCxnSpPr>
        <p:spPr>
          <a:xfrm>
            <a:off x="754214" y="944713"/>
            <a:ext cx="10886031" cy="0"/>
          </a:xfrm>
          <a:prstGeom prst="line">
            <a:avLst/>
          </a:prstGeom>
          <a:ln>
            <a:solidFill>
              <a:schemeClr val="accent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71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E123993-4C8C-C84C-E475-3A57D5A5BE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lum bright="70000" contrast="-70000"/>
          </a:blip>
          <a:stretch>
            <a:fillRect/>
          </a:stretch>
        </p:blipFill>
        <p:spPr>
          <a:xfrm rot="19308389">
            <a:off x="6170613" y="381000"/>
            <a:ext cx="6096000" cy="60960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9DA8D3-C789-CC29-D0A3-F5CABB92D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307026"/>
            <a:ext cx="8534400" cy="840980"/>
          </a:xfrm>
          <a:noFill/>
        </p:spPr>
        <p:txBody>
          <a:bodyPr/>
          <a:lstStyle/>
          <a:p>
            <a:pPr marL="0" indent="0">
              <a:buNone/>
            </a:pPr>
            <a:r>
              <a:rPr lang="es-ES" dirty="0" err="1"/>
              <a:t>Resources</a:t>
            </a: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6B2B44D-A572-B257-9E96-CA84D11F121C}"/>
              </a:ext>
            </a:extLst>
          </p:cNvPr>
          <p:cNvSpPr txBox="1"/>
          <p:nvPr/>
        </p:nvSpPr>
        <p:spPr>
          <a:xfrm>
            <a:off x="684212" y="1225689"/>
            <a:ext cx="63407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70C0"/>
                </a:solidFill>
                <a:hlinkClick r:id="rId3"/>
              </a:rPr>
              <a:t>https://github.com/SiliconLabs/wiseconnect/tree/master/examples/si91x_soc/siwx917_dev_kit</a:t>
            </a:r>
            <a:endParaRPr lang="es-E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70C0"/>
                </a:solidFill>
                <a:hlinkClick r:id="rId4"/>
              </a:rPr>
              <a:t>https://www.we-online.com/en/components/products/WL-ICLED#/articles/WL_ICLED_CHIP_LED_2020</a:t>
            </a:r>
            <a:endParaRPr lang="es-E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70C0"/>
                </a:solidFill>
                <a:hlinkClick r:id="rId5"/>
              </a:rPr>
              <a:t>TAS</a:t>
            </a:r>
            <a:r>
              <a:rPr lang="es-ES" dirty="0">
                <a:solidFill>
                  <a:srgbClr val="0070C0"/>
                </a:solidFill>
                <a:hlinkClick r:id="rId5"/>
              </a:rPr>
              <a:t> 2110 </a:t>
            </a:r>
            <a:r>
              <a:rPr lang="es-ES" dirty="0" err="1">
                <a:solidFill>
                  <a:srgbClr val="0070C0"/>
                </a:solidFill>
                <a:hlinkClick r:id="rId5"/>
              </a:rPr>
              <a:t>Datasheet</a:t>
            </a:r>
            <a:endParaRPr lang="es-ES" sz="18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70C0"/>
                </a:solidFill>
                <a:hlinkClick r:id="rId6"/>
              </a:rPr>
              <a:t>Simplicity Studio</a:t>
            </a:r>
            <a:endParaRPr lang="es-E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hlinkClick r:id="rId7"/>
              </a:rPr>
              <a:t>Simplicity Connect App (formerly EFR Connect App)</a:t>
            </a:r>
            <a:endParaRPr lang="en-US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solidFill>
                <a:srgbClr val="0070C0"/>
              </a:solidFill>
            </a:endParaRPr>
          </a:p>
          <a:p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103489D-3B95-7C99-BD32-6A301A68D148}"/>
              </a:ext>
            </a:extLst>
          </p:cNvPr>
          <p:cNvCxnSpPr>
            <a:cxnSpLocks/>
          </p:cNvCxnSpPr>
          <p:nvPr/>
        </p:nvCxnSpPr>
        <p:spPr>
          <a:xfrm>
            <a:off x="754214" y="944713"/>
            <a:ext cx="10886031" cy="0"/>
          </a:xfrm>
          <a:prstGeom prst="line">
            <a:avLst/>
          </a:prstGeom>
          <a:ln>
            <a:solidFill>
              <a:schemeClr val="accent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926882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124</TotalTime>
  <Words>128</Words>
  <Application>Microsoft Office PowerPoint</Application>
  <PresentationFormat>Panorámica</PresentationFormat>
  <Paragraphs>26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Sector</vt:lpstr>
      <vt:lpstr>LED &amp; audio  prototype - V1 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FRIKIRING V1</dc:title>
  <dc:creator>Oriol Sanchez</dc:creator>
  <cp:lastModifiedBy>Juan Antonio López Martín</cp:lastModifiedBy>
  <cp:revision>5</cp:revision>
  <dcterms:created xsi:type="dcterms:W3CDTF">2026-02-10T11:44:59Z</dcterms:created>
  <dcterms:modified xsi:type="dcterms:W3CDTF">2026-06-29T06:16:55Z</dcterms:modified>
</cp:coreProperties>
</file>